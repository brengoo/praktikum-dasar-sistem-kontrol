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8"/>
  </p:notesMasterIdLst>
  <p:sldIdLst>
    <p:sldId id="278" r:id="rId5"/>
    <p:sldId id="279" r:id="rId6"/>
    <p:sldId id="28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Dasar </a:t>
            </a:r>
            <a:r>
              <a:rPr lang="en-US" sz="4000" dirty="0" err="1"/>
              <a:t>Sistem</a:t>
            </a:r>
            <a:r>
              <a:rPr lang="en-US" sz="4000" dirty="0"/>
              <a:t> </a:t>
            </a:r>
            <a:r>
              <a:rPr lang="en-US" sz="4000" dirty="0" err="1"/>
              <a:t>Kontrol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#1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ALUR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4058751"/>
          </a:xfrm>
        </p:spPr>
        <p:txBody>
          <a:bodyPr anchor="t">
            <a:normAutofit/>
          </a:bodyPr>
          <a:lstStyle/>
          <a:p>
            <a:pPr lvl="0">
              <a:buFontTx/>
              <a:buChar char="-"/>
            </a:pPr>
            <a:r>
              <a:rPr lang="en-ID" dirty="0" err="1">
                <a:effectLst/>
              </a:rPr>
              <a:t>Penjelasan</a:t>
            </a:r>
            <a:r>
              <a:rPr lang="en-ID" dirty="0">
                <a:effectLst/>
              </a:rPr>
              <a:t> open-loop dan closed-loop.</a:t>
            </a:r>
          </a:p>
          <a:p>
            <a:pPr lvl="0">
              <a:buFontTx/>
              <a:buChar char="-"/>
            </a:pPr>
            <a:r>
              <a:rPr lang="en-ID" dirty="0">
                <a:effectLst/>
              </a:rPr>
              <a:t>Arti setpoint, sensor, controller, actuator, plant dan feedback.</a:t>
            </a:r>
          </a:p>
          <a:p>
            <a:pPr lvl="0">
              <a:buFontTx/>
              <a:buChar char="-"/>
            </a:pPr>
            <a:r>
              <a:rPr lang="en-ID" dirty="0">
                <a:effectLst/>
              </a:rPr>
              <a:t>P, I, D dan </a:t>
            </a:r>
            <a:r>
              <a:rPr lang="en-ID" dirty="0" err="1">
                <a:effectLst/>
              </a:rPr>
              <a:t>contoh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pengaruhnya</a:t>
            </a:r>
            <a:r>
              <a:rPr lang="en-ID" dirty="0">
                <a:effectLst/>
              </a:rPr>
              <a:t>.</a:t>
            </a:r>
          </a:p>
          <a:p>
            <a:pPr lvl="0">
              <a:buFontTx/>
              <a:buChar char="-"/>
            </a:pPr>
            <a:r>
              <a:rPr lang="en-ID" dirty="0" err="1">
                <a:effectLst/>
              </a:rPr>
              <a:t>Jelaskan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efek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Kp</a:t>
            </a:r>
            <a:r>
              <a:rPr lang="en-ID" dirty="0">
                <a:effectLst/>
              </a:rPr>
              <a:t>, Ki, </a:t>
            </a:r>
            <a:r>
              <a:rPr lang="en-ID" dirty="0" err="1">
                <a:effectLst/>
              </a:rPr>
              <a:t>Kd</a:t>
            </a:r>
            <a:r>
              <a:rPr lang="en-ID" dirty="0">
                <a:effectLst/>
              </a:rPr>
              <a:t>, </a:t>
            </a:r>
            <a:r>
              <a:rPr lang="en-ID" dirty="0" err="1">
                <a:effectLst/>
              </a:rPr>
              <a:t>saturasi</a:t>
            </a:r>
            <a:r>
              <a:rPr lang="en-ID" dirty="0">
                <a:effectLst/>
              </a:rPr>
              <a:t> dan anti-windup </a:t>
            </a:r>
            <a:r>
              <a:rPr lang="en-ID" dirty="0" err="1">
                <a:effectLst/>
              </a:rPr>
              <a:t>secara</a:t>
            </a:r>
            <a:r>
              <a:rPr lang="en-ID" dirty="0">
                <a:effectLst/>
              </a:rPr>
              <a:t> </a:t>
            </a:r>
            <a:r>
              <a:rPr lang="en-ID" dirty="0" err="1">
                <a:effectLst/>
              </a:rPr>
              <a:t>konseptual</a:t>
            </a:r>
            <a:r>
              <a:rPr lang="en-ID" dirty="0">
                <a:effectLst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507912-0091-E11F-A2B4-4792B8DD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DD7BD7-41A5-184B-6BC2-8412236CC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328B6B43-A84E-7039-ACDB-C1035C2AC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11CADB-B180-2071-EAB4-417486110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Terima</a:t>
            </a:r>
            <a:r>
              <a:rPr lang="en-US" sz="4000" dirty="0"/>
              <a:t> Kasih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B3FAE-910C-8AAD-055B-AC3418199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-- baren</a:t>
            </a:r>
          </a:p>
        </p:txBody>
      </p:sp>
    </p:spTree>
    <p:extLst>
      <p:ext uri="{BB962C8B-B14F-4D97-AF65-F5344CB8AC3E}">
        <p14:creationId xmlns:p14="http://schemas.microsoft.com/office/powerpoint/2010/main" val="3092235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3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{11ADD556-B3F2-4FA2-A9E7-A859875C974D}TFe742eee6-54b3-45e8-a03d-f3d997f9b6caf6c338c2_win32-3734725ae7e2</Template>
  <TotalTime>76</TotalTime>
  <Words>52</Words>
  <Application>Microsoft Office PowerPoint</Application>
  <PresentationFormat>Widescreen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Goudy Old Style</vt:lpstr>
      <vt:lpstr>Wingdings 2</vt:lpstr>
      <vt:lpstr>SlateVTI</vt:lpstr>
      <vt:lpstr>Dasar Sistem Kontrol</vt:lpstr>
      <vt:lpstr>ALUR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1</cp:revision>
  <dcterms:created xsi:type="dcterms:W3CDTF">2026-08-21T14:34:46Z</dcterms:created>
  <dcterms:modified xsi:type="dcterms:W3CDTF">2026-08-21T15:51:03Z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